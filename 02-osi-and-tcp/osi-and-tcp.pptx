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3" autoAdjust="0"/>
    <p:restoredTop sz="94660"/>
  </p:normalViewPr>
  <p:slideViewPr>
    <p:cSldViewPr snapToGrid="0">
      <p:cViewPr varScale="1">
        <p:scale>
          <a:sx n="36" d="100"/>
          <a:sy n="36" d="100"/>
        </p:scale>
        <p:origin x="29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A31D7-C52D-7CDD-6D1D-5B5E5515D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787601-5E64-53EC-C07B-7F2ACE6A2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097CAD-D4AF-CD3D-1191-764781E05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D2C6ED-6426-5880-B2F1-9DE47A9D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D03DD-D176-FCF9-082F-5053460D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2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EC234-7F9F-613F-7596-58178280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7616A-F95F-FF6F-3FDC-43B22D9C2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5DB320-61A0-F248-7092-3A365E9B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DECC9F-BC47-CFE6-4A99-BCFD277B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450A94-0075-17C4-DB2B-982D6834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04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341AA-FC3B-36F5-DF80-C601918B2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EA93C-DE2B-72B6-DEF5-FED478488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40172F-E640-1AE5-F21E-80CB5C02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A92EB-C36B-6595-5B6C-55CB1424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8F551-B3EB-3095-0B18-3F98440E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51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F9AD2-CD93-152A-63E5-5DE564F2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639C0-C873-18AE-A6BE-D5AED3E86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B15452-CB9D-4B5F-B617-2EEB335D3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32A98-33B3-3EFD-68BD-729E046C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9A7574-3632-B0D6-C705-6B2CB3BD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78DCEB-E443-0044-F485-99E49114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33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62756-DF63-243B-58BA-0EC6A68E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86818E-DE62-6932-F72B-92227E138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EF8EEC-58B1-477E-59A4-3E75104F3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EB0F41-2896-8D6C-DF1B-0A1D6BB82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310F2D-8CE0-3E11-54A4-F7E7EA470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B236B2-35C3-FEC9-E587-17E5D094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52985C-39E0-EA58-58AC-EB27F11E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653423-EC90-C2C3-1F1C-90D97EDD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59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B6DC7-5A1A-0627-510E-6071529D6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7E685B-BE84-B412-9D0D-6463AA746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7D1CF3-051F-8D07-34F0-78A7CE83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430E1-B792-7FE6-9EE2-089A2FBB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93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3603C1-A706-DAB5-B2AB-AE23BE8F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7041EB-6B2F-1B4C-A9C6-57425CF3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76166-6785-63BB-D4B7-38C71D18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59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4D88D-8839-75F0-9807-52FE8AFD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081EF4-7DD0-7C7D-10B6-EC682A811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C3583C-0DF2-8964-08AA-128DA5B6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B94A2C-E227-C852-73BB-F71F81F42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41042A-850A-EC0F-9EA2-E2800DC3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1C261-9928-1716-4C00-41BB8F9A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08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7FAD5-1EDF-17DE-6AB7-5DDC69A5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90B1DD-B64D-4E47-E269-4B9C1CBEF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682A9A-090E-3587-35DC-2B74E9F5B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E2E19-A73F-B74A-CF92-134ECA46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9CCC72-7CF3-185E-3DAB-911D1B9A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07315-370F-1EBD-E1DD-BCE3B248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4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8F8C0-7B7D-E835-EF70-D113AD5D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54EF94-3CAA-DCD0-EE00-030C4EF1F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E0A98-AC1A-B745-C490-A284D177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4FDCB-7A7C-9155-8629-51141659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71849-7090-57D0-8C0E-42405E5E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70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563202-12E2-D608-9131-194375DA6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F7B5CE-851F-4752-D241-0DB43E933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BE1D5-DF94-7609-FD7D-F92F10E7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0EF89-C45C-5FE6-4D25-2116863B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070F17-41AA-4D46-3515-1CE67D3B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58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9A3BCE-F9A1-716D-AE34-53B3BA61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69244-2212-59D5-E39A-472440E72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E5D05-E050-F4A3-C0A4-4B08C174F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0E7E9-9DDB-4FF2-B0A6-77E46EF26064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6F30E0-5E4D-C1F3-A796-D52591248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A225F-D5C6-C025-AECF-8A1C555F0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E05F2-BC0C-42B1-9E21-939DE1D8E0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20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812B1CA-31DE-6912-44F5-ECE9BE487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400996"/>
              </p:ext>
            </p:extLst>
          </p:nvPr>
        </p:nvGraphicFramePr>
        <p:xfrm>
          <a:off x="382385" y="520161"/>
          <a:ext cx="11604565" cy="5614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913">
                  <a:extLst>
                    <a:ext uri="{9D8B030D-6E8A-4147-A177-3AD203B41FA5}">
                      <a16:colId xmlns:a16="http://schemas.microsoft.com/office/drawing/2014/main" val="2739626818"/>
                    </a:ext>
                  </a:extLst>
                </a:gridCol>
                <a:gridCol w="2320913">
                  <a:extLst>
                    <a:ext uri="{9D8B030D-6E8A-4147-A177-3AD203B41FA5}">
                      <a16:colId xmlns:a16="http://schemas.microsoft.com/office/drawing/2014/main" val="3250055755"/>
                    </a:ext>
                  </a:extLst>
                </a:gridCol>
                <a:gridCol w="2320913">
                  <a:extLst>
                    <a:ext uri="{9D8B030D-6E8A-4147-A177-3AD203B41FA5}">
                      <a16:colId xmlns:a16="http://schemas.microsoft.com/office/drawing/2014/main" val="1788456462"/>
                    </a:ext>
                  </a:extLst>
                </a:gridCol>
                <a:gridCol w="2320913">
                  <a:extLst>
                    <a:ext uri="{9D8B030D-6E8A-4147-A177-3AD203B41FA5}">
                      <a16:colId xmlns:a16="http://schemas.microsoft.com/office/drawing/2014/main" val="3618020207"/>
                    </a:ext>
                  </a:extLst>
                </a:gridCol>
                <a:gridCol w="2320913">
                  <a:extLst>
                    <a:ext uri="{9D8B030D-6E8A-4147-A177-3AD203B41FA5}">
                      <a16:colId xmlns:a16="http://schemas.microsoft.com/office/drawing/2014/main" val="2916445433"/>
                    </a:ext>
                  </a:extLst>
                </a:gridCol>
              </a:tblGrid>
              <a:tr h="701829"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/>
                        <a:t>Layer No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TCP/IP Model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095983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Alligator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L7(Firewall)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HTTPS, SSH, DNS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536800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435152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Steve’s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72791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Touch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L4(NAT)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TCP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UDP, ICMP(?)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764579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Not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L3(Router)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IPv6, ARP(?)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207750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L2(Switch)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Ethernet 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PPP, HDLC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177660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Please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935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17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59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효빈 조</dc:creator>
  <cp:lastModifiedBy>효빈 조</cp:lastModifiedBy>
  <cp:revision>4</cp:revision>
  <dcterms:created xsi:type="dcterms:W3CDTF">2026-07-24T04:42:04Z</dcterms:created>
  <dcterms:modified xsi:type="dcterms:W3CDTF">2026-07-24T05:43:52Z</dcterms:modified>
</cp:coreProperties>
</file>