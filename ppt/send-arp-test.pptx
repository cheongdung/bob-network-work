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12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6.xml" ContentType="application/vnd.openxmlformats-officedocument.theme+xml"/>
  <Override PartName="/ppt/slideLayouts/slideLayout15.xml" ContentType="application/vnd.openxmlformats-officedocument.presentationml.slideLayout+xml"/>
  <Override PartName="/ppt/theme/theme7.xml" ContentType="application/vnd.openxmlformats-officedocument.theme+xml"/>
  <Override PartName="/ppt/slideLayouts/slideLayout16.xml" ContentType="application/vnd.openxmlformats-officedocument.presentationml.slideLayout+xml"/>
  <Override PartName="/ppt/theme/theme8.xml" ContentType="application/vnd.openxmlformats-officedocument.theme+xml"/>
  <Override PartName="/ppt/slideLayouts/slideLayout17.xml" ContentType="application/vnd.openxmlformats-officedocument.presentationml.slideLayout+xml"/>
  <Override PartName="/ppt/theme/theme9.xml" ContentType="application/vnd.openxmlformats-officedocument.theme+xml"/>
  <Override PartName="/ppt/slideLayouts/slideLayout18.xml" ContentType="application/vnd.openxmlformats-officedocument.presentationml.slideLayout+xml"/>
  <Override PartName="/ppt/theme/theme10.xml" ContentType="application/vnd.openxmlformats-officedocument.theme+xml"/>
  <Override PartName="/ppt/slideLayouts/slideLayout19.xml" ContentType="application/vnd.openxmlformats-officedocument.presentationml.slideLayout+xml"/>
  <Override PartName="/ppt/theme/theme11.xml" ContentType="application/vnd.openxmlformats-officedocument.theme+xml"/>
  <Override PartName="/ppt/slideLayouts/slideLayout20.xml" ContentType="application/vnd.openxmlformats-officedocument.presentationml.slideLayout+xml"/>
  <Override PartName="/ppt/theme/theme1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0" r:id="rId2"/>
    <p:sldMasterId id="2147483652" r:id="rId3"/>
    <p:sldMasterId id="2147483654" r:id="rId4"/>
    <p:sldMasterId id="2147483656" r:id="rId5"/>
    <p:sldMasterId id="2147483658" r:id="rId6"/>
    <p:sldMasterId id="2147483668" r:id="rId7"/>
    <p:sldMasterId id="2147483670" r:id="rId8"/>
    <p:sldMasterId id="2147483672" r:id="rId9"/>
    <p:sldMasterId id="2147483674" r:id="rId10"/>
    <p:sldMasterId id="2147483676" r:id="rId11"/>
    <p:sldMasterId id="2147483678" r:id="rId12"/>
  </p:sldMasterIdLst>
  <p:sldIdLst>
    <p:sldId id="256" r:id="rId13"/>
  </p:sldIdLst>
  <p:sldSz cx="10080625" cy="5670550"/>
  <p:notesSz cx="7772400" cy="100584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48" y="2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1.xml"/><Relationship Id="rId3" Type="http://schemas.openxmlformats.org/officeDocument/2006/relationships/slideMaster" Target="slideMasters/slideMaster3.xml"/><Relationship Id="rId7" Type="http://schemas.openxmlformats.org/officeDocument/2006/relationships/slideMaster" Target="slideMasters/slideMaster7.xml"/><Relationship Id="rId12" Type="http://schemas.openxmlformats.org/officeDocument/2006/relationships/slideMaster" Target="slideMasters/slideMaster12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Master" Target="slideMasters/slideMaster11.xml"/><Relationship Id="rId5" Type="http://schemas.openxmlformats.org/officeDocument/2006/relationships/slideMaster" Target="slideMasters/slideMaster5.xml"/><Relationship Id="rId15" Type="http://schemas.openxmlformats.org/officeDocument/2006/relationships/viewProps" Target="viewProps.xml"/><Relationship Id="rId10" Type="http://schemas.openxmlformats.org/officeDocument/2006/relationships/slideMaster" Target="slideMasters/slideMaster10.xml"/><Relationship Id="rId4" Type="http://schemas.openxmlformats.org/officeDocument/2006/relationships/slideMaster" Target="slideMasters/slideMaster4.xml"/><Relationship Id="rId9" Type="http://schemas.openxmlformats.org/officeDocument/2006/relationships/slideMaster" Target="slideMasters/slideMaster9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23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4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5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6" name="PlaceHolder 5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1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2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3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5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6" name="PlaceHolder 3"/>
          <p:cNvSpPr>
            <a:spLocks noGrp="1"/>
          </p:cNvSpPr>
          <p:nvPr>
            <p:ph/>
          </p:nvPr>
        </p:nvSpPr>
        <p:spPr>
          <a:xfrm>
            <a:off x="504000" y="3044520"/>
            <a:ext cx="907200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7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68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mediaAndTx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Tx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50400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504000" y="1326600"/>
            <a:ext cx="442692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5" name="PlaceHolder 3"/>
          <p:cNvSpPr>
            <a:spLocks noGrp="1"/>
          </p:cNvSpPr>
          <p:nvPr>
            <p:ph/>
          </p:nvPr>
        </p:nvSpPr>
        <p:spPr>
          <a:xfrm>
            <a:off x="5152680" y="132660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86" name="PlaceHolder 4"/>
          <p:cNvSpPr>
            <a:spLocks noGrp="1"/>
          </p:cNvSpPr>
          <p:nvPr>
            <p:ph/>
          </p:nvPr>
        </p:nvSpPr>
        <p:spPr>
          <a:xfrm>
            <a:off x="5152680" y="3044520"/>
            <a:ext cx="4426920" cy="156852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indent="0">
              <a:spcBef>
                <a:spcPts val="1417"/>
              </a:spcBef>
              <a:buNone/>
            </a:pPr>
            <a:endParaRPr lang="en-US" sz="32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5" Type="http://schemas.openxmlformats.org/officeDocument/2006/relationships/slideLayout" Target="../slideLayouts/slideLayout10.xml"/><Relationship Id="rId10" Type="http://schemas.openxmlformats.org/officeDocument/2006/relationships/theme" Target="../theme/theme6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15.xml"/></Relationships>
</file>

<file path=ppt/slideMasters/_rels/slideMaster8.xml.rels><?xml version="1.0" encoding="UTF-8" standalone="yes"?>
<Relationships xmlns="http://schemas.openxmlformats.org/package/2006/relationships"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16.xml"/></Relationships>
</file>

<file path=ppt/slideMasters/_rels/slideMaster9.xml.rels><?xml version="1.0" encoding="UTF-8" standalone="yes"?>
<Relationships xmlns="http://schemas.openxmlformats.org/package/2006/relationships"><Relationship Id="rId2" Type="http://schemas.openxmlformats.org/officeDocument/2006/relationships/theme" Target="../theme/theme9.xml"/><Relationship Id="rId1" Type="http://schemas.openxmlformats.org/officeDocument/2006/relationships/slideLayout" Target="../slideLayouts/slideLayout17.xml"/></Relationships>
</file>

<file path=ppt/slideMasters/_rels/slideMaster10.xml.rels><?xml version="1.0" encoding="UTF-8" standalone="yes"?>
<Relationships xmlns="http://schemas.openxmlformats.org/package/2006/relationships"><Relationship Id="rId2" Type="http://schemas.openxmlformats.org/officeDocument/2006/relationships/theme" Target="../theme/theme10.xml"/><Relationship Id="rId1" Type="http://schemas.openxmlformats.org/officeDocument/2006/relationships/slideLayout" Target="../slideLayouts/slideLayout18.xml"/></Relationships>
</file>

<file path=ppt/slideMasters/_rels/slideMaster1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1.xml"/><Relationship Id="rId1" Type="http://schemas.openxmlformats.org/officeDocument/2006/relationships/slideLayout" Target="../slideLayouts/slideLayout19.xml"/></Relationships>
</file>

<file path=ppt/slideMasters/_rels/slideMaster12.xml.rels><?xml version="1.0" encoding="UTF-8" standalone="yes"?>
<Relationships xmlns="http://schemas.openxmlformats.org/package/2006/relationships"><Relationship Id="rId2" Type="http://schemas.openxmlformats.org/officeDocument/2006/relationships/theme" Target="../theme/theme12.xml"/><Relationship Id="rId1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504000" y="3044160"/>
            <a:ext cx="907128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18" name="PlaceHolder 5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357120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7" name="PlaceHolder 4"/>
          <p:cNvSpPr>
            <a:spLocks noGrp="1"/>
          </p:cNvSpPr>
          <p:nvPr>
            <p:ph type="body"/>
          </p:nvPr>
        </p:nvSpPr>
        <p:spPr>
          <a:xfrm>
            <a:off x="6638040" y="132660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8" name="PlaceHolder 5"/>
          <p:cNvSpPr>
            <a:spLocks noGrp="1"/>
          </p:cNvSpPr>
          <p:nvPr>
            <p:ph type="body"/>
          </p:nvPr>
        </p:nvSpPr>
        <p:spPr>
          <a:xfrm>
            <a:off x="5040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29" name="PlaceHolder 6"/>
          <p:cNvSpPr>
            <a:spLocks noGrp="1"/>
          </p:cNvSpPr>
          <p:nvPr>
            <p:ph type="body"/>
          </p:nvPr>
        </p:nvSpPr>
        <p:spPr>
          <a:xfrm>
            <a:off x="357120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30" name="PlaceHolder 7"/>
          <p:cNvSpPr>
            <a:spLocks noGrp="1"/>
          </p:cNvSpPr>
          <p:nvPr>
            <p:ph type="body"/>
          </p:nvPr>
        </p:nvSpPr>
        <p:spPr>
          <a:xfrm>
            <a:off x="6638040" y="3044160"/>
            <a:ext cx="292032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250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28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64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65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72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3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74" name="PlaceHolder 4"/>
          <p:cNvSpPr>
            <a:spLocks noGrp="1"/>
          </p:cNvSpPr>
          <p:nvPr>
            <p:ph type="body"/>
          </p:nvPr>
        </p:nvSpPr>
        <p:spPr>
          <a:xfrm>
            <a:off x="50400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1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280" cy="9460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4426560" cy="32878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1" name="PlaceHolder 3"/>
          <p:cNvSpPr>
            <a:spLocks noGrp="1"/>
          </p:cNvSpPr>
          <p:nvPr>
            <p:ph type="body"/>
          </p:nvPr>
        </p:nvSpPr>
        <p:spPr>
          <a:xfrm>
            <a:off x="5152680" y="132660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  <p:sp>
        <p:nvSpPr>
          <p:cNvPr id="82" name="PlaceHolder 4"/>
          <p:cNvSpPr>
            <a:spLocks noGrp="1"/>
          </p:cNvSpPr>
          <p:nvPr>
            <p:ph type="body"/>
          </p:nvPr>
        </p:nvSpPr>
        <p:spPr>
          <a:xfrm>
            <a:off x="5152680" y="3044160"/>
            <a:ext cx="4426560" cy="1567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62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</a:rPr>
              <a:t>Seventh Outline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7" name="Table 1"/>
          <p:cNvGraphicFramePr/>
          <p:nvPr>
            <p:extLst>
              <p:ext uri="{D42A27DB-BD31-4B8C-83A1-F6EECF244321}">
                <p14:modId xmlns:p14="http://schemas.microsoft.com/office/powerpoint/2010/main" val="1464365023"/>
              </p:ext>
            </p:extLst>
          </p:nvPr>
        </p:nvGraphicFramePr>
        <p:xfrm>
          <a:off x="5333760" y="1786680"/>
          <a:ext cx="4542120" cy="1463040"/>
        </p:xfrm>
        <a:graphic>
          <a:graphicData uri="http://schemas.openxmlformats.org/drawingml/2006/table">
            <a:tbl>
              <a:tblPr/>
              <a:tblGrid>
                <a:gridCol w="1010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0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06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108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202a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61.153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8.8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992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202a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8.8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61.153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88" name="Table 2"/>
          <p:cNvGraphicFramePr/>
          <p:nvPr>
            <p:extLst>
              <p:ext uri="{D42A27DB-BD31-4B8C-83A1-F6EECF244321}">
                <p14:modId xmlns:p14="http://schemas.microsoft.com/office/powerpoint/2010/main" val="2388494518"/>
              </p:ext>
            </p:extLst>
          </p:nvPr>
        </p:nvGraphicFramePr>
        <p:xfrm>
          <a:off x="3750120" y="3975078"/>
          <a:ext cx="6177600" cy="1463040"/>
        </p:xfrm>
        <a:graphic>
          <a:graphicData uri="http://schemas.openxmlformats.org/drawingml/2006/table">
            <a:tbl>
              <a:tblPr/>
              <a:tblGrid>
                <a:gridCol w="101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6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56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655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448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667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2448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56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gridSpan="2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ETH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gridSpan="4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ARP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B3B3B3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729FC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endParaRPr lang="en-US" sz="1800" b="0" u="none" strike="noStrike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dmac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smac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sip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tmac</a:t>
                      </a:r>
                      <a:endParaRPr lang="en-US" sz="18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tip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60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request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 err="1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ffff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61.153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0000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61.124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E6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11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sz="1800" b="0" u="none" strike="noStrike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reply</a:t>
                      </a: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202a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202a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61.124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9b07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lang="en-US" altLang="ko-KR" sz="1600" b="0" u="none" strike="noStrike" dirty="0">
                          <a:solidFill>
                            <a:srgbClr val="000000"/>
                          </a:solidFill>
                          <a:uFillTx/>
                          <a:latin typeface="Arial"/>
                        </a:rPr>
                        <a:t>61.153</a:t>
                      </a:r>
                      <a:endParaRPr lang="en-US" sz="1600" b="0" u="none" strike="noStrike" dirty="0">
                        <a:solidFill>
                          <a:srgbClr val="000000"/>
                        </a:solidFill>
                        <a:uFillTx/>
                        <a:latin typeface="Arial"/>
                      </a:endParaRPr>
                    </a:p>
                  </a:txBody>
                  <a:tcPr marL="90000" marR="90000">
                    <a:lnL w="720">
                      <a:solidFill>
                        <a:srgbClr val="FFFFFF"/>
                      </a:solidFill>
                      <a:prstDash val="solid"/>
                    </a:lnL>
                    <a:lnR w="720">
                      <a:solidFill>
                        <a:srgbClr val="FFFFFF"/>
                      </a:solidFill>
                      <a:prstDash val="solid"/>
                    </a:lnR>
                    <a:lnT w="720">
                      <a:solidFill>
                        <a:srgbClr val="FFFFFF"/>
                      </a:solidFill>
                      <a:prstDash val="solid"/>
                    </a:lnT>
                    <a:lnB w="720">
                      <a:solidFill>
                        <a:srgbClr val="FFFFFF"/>
                      </a:solidFill>
                      <a:prstDash val="solid"/>
                    </a:lnB>
                    <a:solidFill>
                      <a:srgbClr val="CCCC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9" name="CustomShape 3"/>
          <p:cNvSpPr/>
          <p:nvPr/>
        </p:nvSpPr>
        <p:spPr>
          <a:xfrm>
            <a:off x="5359680" y="1463040"/>
            <a:ext cx="451548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ICMP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0" name="CustomShape 4"/>
          <p:cNvSpPr/>
          <p:nvPr/>
        </p:nvSpPr>
        <p:spPr>
          <a:xfrm>
            <a:off x="3750120" y="3628080"/>
            <a:ext cx="6161760" cy="273960"/>
          </a:xfrm>
          <a:prstGeom prst="rect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>
                <a:solidFill>
                  <a:srgbClr val="000000"/>
                </a:solidFill>
                <a:uFillTx/>
                <a:latin typeface="Arial"/>
                <a:ea typeface="DejaVu Sans"/>
              </a:rPr>
              <a:t>ARP</a:t>
            </a:r>
            <a:endParaRPr lang="en-US" sz="1800" b="0" u="none" strike="noStrike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1" name="CustomShape 5"/>
          <p:cNvSpPr/>
          <p:nvPr/>
        </p:nvSpPr>
        <p:spPr>
          <a:xfrm>
            <a:off x="1645920" y="91440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gateway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dirty="0">
                <a:solidFill>
                  <a:srgbClr val="000000"/>
                </a:solidFill>
                <a:latin typeface="Arial"/>
                <a:ea typeface="DejaVu Sans"/>
              </a:rPr>
              <a:t>3a:eb:a0:61:20:2a</a:t>
            </a:r>
          </a:p>
          <a:p>
            <a:pPr algn="ctr">
              <a:lnSpc>
                <a:spcPct val="100000"/>
              </a:lnSpc>
            </a:pP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10.166.61.124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2" name="CustomShape 6"/>
          <p:cNvSpPr/>
          <p:nvPr/>
        </p:nvSpPr>
        <p:spPr>
          <a:xfrm>
            <a:off x="45720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you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90:de:80:0d:7d:d5</a:t>
            </a:r>
          </a:p>
          <a:p>
            <a:pPr algn="ctr">
              <a:lnSpc>
                <a:spcPct val="100000"/>
              </a:lnSpc>
            </a:pP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10.166.61.77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  <p:sp>
        <p:nvSpPr>
          <p:cNvPr id="93" name="CustomShape 7"/>
          <p:cNvSpPr/>
          <p:nvPr/>
        </p:nvSpPr>
        <p:spPr>
          <a:xfrm>
            <a:off x="2651760" y="2468880"/>
            <a:ext cx="2011320" cy="914040"/>
          </a:xfrm>
          <a:prstGeom prst="ellipse">
            <a:avLst/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none" lIns="90000" tIns="45000" rIns="90000" bIns="45000"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me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  <a:p>
            <a:pPr algn="ctr">
              <a:lnSpc>
                <a:spcPct val="100000"/>
              </a:lnSpc>
            </a:pPr>
            <a:r>
              <a:rPr lang="en-US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90:de:80:09:9b:07 </a:t>
            </a:r>
          </a:p>
          <a:p>
            <a:pPr algn="ctr">
              <a:lnSpc>
                <a:spcPct val="100000"/>
              </a:lnSpc>
            </a:pPr>
            <a:r>
              <a:rPr lang="en-US" altLang="ko-KR" sz="1800" b="0" u="none" strike="noStrike" dirty="0">
                <a:solidFill>
                  <a:srgbClr val="000000"/>
                </a:solidFill>
                <a:uFillTx/>
                <a:latin typeface="Arial"/>
                <a:ea typeface="DejaVu Sans"/>
              </a:rPr>
              <a:t>10.166.61.153</a:t>
            </a:r>
            <a:endParaRPr lang="en-US" sz="1800" b="0" u="none" strike="noStrike" dirty="0">
              <a:solidFill>
                <a:srgbClr val="000000"/>
              </a:solidFill>
              <a:uFillTx/>
              <a:latin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9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0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1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  <a:miter/>
        </a:ln>
        <a:ln w="25400" cap="flat" cmpd="sng" algn="ctr">
          <a:prstDash val="solid"/>
          <a:miter/>
        </a:ln>
        <a:ln w="3810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179</TotalTime>
  <Words>67</Words>
  <Application>Microsoft Office PowerPoint</Application>
  <PresentationFormat>사용자 지정</PresentationFormat>
  <Paragraphs>49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12</vt:i4>
      </vt:variant>
      <vt:variant>
        <vt:lpstr>슬라이드 제목</vt:lpstr>
      </vt:variant>
      <vt:variant>
        <vt:i4>1</vt:i4>
      </vt:variant>
    </vt:vector>
  </HeadingPairs>
  <TitlesOfParts>
    <vt:vector size="16" baseType="lpstr">
      <vt:lpstr>Arial</vt:lpstr>
      <vt:lpstr>Symbol</vt:lpstr>
      <vt:lpstr>Wingdings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Office Theme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/>
  <dc:description/>
  <cp:lastModifiedBy>효빈 조</cp:lastModifiedBy>
  <cp:revision>19</cp:revision>
  <dcterms:created xsi:type="dcterms:W3CDTF">2020-04-02T04:51:22Z</dcterms:created>
  <dcterms:modified xsi:type="dcterms:W3CDTF">2026-07-31T08:15:22Z</dcterms:modified>
  <dc:language>en-US</dc:language>
</cp:coreProperties>
</file>